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CloudMovie Challenge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Cloud Engineering Capstone Project</a:t>
            </a:r>
          </a:p>
          <a:p>
            <a:r>
              <a:t>Production-style AWS deployment with Terraform, CI/CD, Monitoring and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Problem:</a:t>
            </a:r>
          </a:p>
          <a:p>
            <a:pPr>
              <a:defRPr sz="1800"/>
            </a:pPr>
            <a:r>
              <a:t>Build an engaging movie guessing application while demonstrating cloud engineering skills.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Solution:</a:t>
            </a:r>
          </a:p>
          <a:p>
            <a:pPr>
              <a:defRPr sz="1800"/>
            </a:pPr>
            <a:r>
              <a:t>A Flask-based movie challenge game deployed on AWS with automated infrastructure, monitoring and operational practices.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Goals:</a:t>
            </a:r>
          </a:p>
          <a:p>
            <a:pPr>
              <a:defRPr sz="1800"/>
            </a:pPr>
            <a:r>
              <a:t>• Production-ready architecture</a:t>
            </a:r>
          </a:p>
          <a:p>
            <a:pPr>
              <a:defRPr sz="1800"/>
            </a:pPr>
            <a:r>
              <a:t>• Infrastructure as Code</a:t>
            </a:r>
          </a:p>
          <a:p>
            <a:pPr>
              <a:defRPr sz="1800"/>
            </a:pPr>
            <a:r>
              <a:t>• Secure deployment</a:t>
            </a:r>
          </a:p>
          <a:p>
            <a:pPr>
              <a:defRPr sz="1800"/>
            </a:pPr>
            <a:r>
              <a:t>• Cost awareness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User Journey:</a:t>
            </a:r>
          </a:p>
          <a:p>
            <a:pPr>
              <a:defRPr sz="1800"/>
            </a:pPr>
            <a:r>
              <a:t>• User receives emoji movie clue</a:t>
            </a:r>
          </a:p>
          <a:p>
            <a:pPr>
              <a:defRPr sz="1800"/>
            </a:pPr>
            <a:r>
              <a:t>• Selects answer from multiple options</a:t>
            </a:r>
          </a:p>
          <a:p>
            <a:pPr>
              <a:defRPr sz="1800"/>
            </a:pPr>
            <a:r>
              <a:t>• Score is stored</a:t>
            </a:r>
          </a:p>
          <a:p>
            <a:pPr>
              <a:defRPr sz="1800"/>
            </a:pPr>
            <a:r>
              <a:t>• Leaderboard displays rankings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Integrations:</a:t>
            </a:r>
          </a:p>
          <a:p>
            <a:pPr>
              <a:defRPr sz="1800"/>
            </a:pPr>
            <a:r>
              <a:t>• TMDB movie API</a:t>
            </a:r>
          </a:p>
          <a:p>
            <a:pPr>
              <a:defRPr sz="1800"/>
            </a:pPr>
            <a:r>
              <a:t>• DynamoDB leaderboard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Cloud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Architecture Flow: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Internet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Application Load Balancer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EC2 Auto Scaling Group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Dockerized Flask Application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DynamoDB + Secrets Manager + TMDB API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Additional Services:</a:t>
            </a:r>
          </a:p>
          <a:p>
            <a:pPr>
              <a:defRPr sz="1800"/>
            </a:pPr>
            <a:r>
              <a:t>ECR, Lambda, CloudWatch, SNS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Infrastructure as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Terraform manages AWS resources: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VPC and networking</a:t>
            </a:r>
          </a:p>
          <a:p>
            <a:pPr>
              <a:defRPr sz="1800"/>
            </a:pPr>
            <a:r>
              <a:t>• Security groups</a:t>
            </a:r>
          </a:p>
          <a:p>
            <a:pPr>
              <a:defRPr sz="1800"/>
            </a:pPr>
            <a:r>
              <a:t>• EC2 launch template</a:t>
            </a:r>
          </a:p>
          <a:p>
            <a:pPr>
              <a:defRPr sz="1800"/>
            </a:pPr>
            <a:r>
              <a:t>• Auto Scaling Group</a:t>
            </a:r>
          </a:p>
          <a:p>
            <a:pPr>
              <a:defRPr sz="1800"/>
            </a:pPr>
            <a:r>
              <a:t>• ALB</a:t>
            </a:r>
          </a:p>
          <a:p>
            <a:pPr>
              <a:defRPr sz="1800"/>
            </a:pPr>
            <a:r>
              <a:t>• DynamoDB</a:t>
            </a:r>
          </a:p>
          <a:p>
            <a:pPr>
              <a:defRPr sz="1800"/>
            </a:pPr>
            <a:r>
              <a:t>• Secrets Manager</a:t>
            </a:r>
          </a:p>
          <a:p>
            <a:pPr>
              <a:defRPr sz="1800"/>
            </a:pPr>
            <a:r>
              <a:t>• CloudWatch</a:t>
            </a:r>
          </a:p>
          <a:p>
            <a:pPr>
              <a:defRPr sz="1800"/>
            </a:pPr>
            <a:r>
              <a:t>• Lambda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GitHub Actions Workflow: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Code Push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Automated Tests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Terraform Validation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Docker Build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Push Image to ECR</a:t>
            </a:r>
          </a:p>
          <a:p>
            <a:pPr>
              <a:defRPr sz="1800"/>
            </a:pPr>
            <a:r>
              <a:t> ↓</a:t>
            </a:r>
          </a:p>
          <a:p>
            <a:pPr>
              <a:defRPr sz="1800"/>
            </a:pPr>
            <a:r>
              <a:t>Deploy to AWS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Security Practices: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IAM least privilege roles</a:t>
            </a:r>
          </a:p>
          <a:p>
            <a:pPr>
              <a:defRPr sz="1800"/>
            </a:pPr>
            <a:r>
              <a:t>• Secrets Manager for API credentials</a:t>
            </a:r>
          </a:p>
          <a:p>
            <a:pPr>
              <a:defRPr sz="1800"/>
            </a:pPr>
            <a:r>
              <a:t>• No secrets in Git repository</a:t>
            </a:r>
          </a:p>
          <a:p>
            <a:pPr>
              <a:defRPr sz="1800"/>
            </a:pPr>
            <a:r>
              <a:t>• Private application networking</a:t>
            </a:r>
          </a:p>
          <a:p>
            <a:pPr>
              <a:defRPr sz="1800"/>
            </a:pPr>
            <a:r>
              <a:t>• Security groups controlling access</a:t>
            </a:r>
          </a:p>
          <a:p>
            <a:pPr>
              <a:defRPr sz="1800"/>
            </a:pPr>
            <a:r>
              <a:t>• AWS Systems Manager instead of SSH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Implemented Monitoring: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CloudWatch Dashboard:</a:t>
            </a:r>
          </a:p>
          <a:p>
            <a:pPr>
              <a:defRPr sz="1800"/>
            </a:pPr>
            <a:r>
              <a:t>• ALB metrics</a:t>
            </a:r>
          </a:p>
          <a:p>
            <a:pPr>
              <a:defRPr sz="1800"/>
            </a:pPr>
            <a:r>
              <a:t>• EC2 metrics</a:t>
            </a:r>
          </a:p>
          <a:p>
            <a:pPr>
              <a:defRPr sz="1800"/>
            </a:pPr>
            <a:r>
              <a:t>• Application health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Logs:</a:t>
            </a:r>
          </a:p>
          <a:p>
            <a:pPr>
              <a:defRPr sz="1800"/>
            </a:pPr>
            <a:r>
              <a:t>• CloudWatch Logs</a:t>
            </a:r>
          </a:p>
          <a:p>
            <a:pPr>
              <a:defRPr sz="1800"/>
            </a:pPr>
            <a:r>
              <a:t>• Logs Insights queries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Alerts:</a:t>
            </a:r>
          </a:p>
          <a:p>
            <a:pPr>
              <a:defRPr sz="1800"/>
            </a:pPr>
            <a:r>
              <a:t>• SNS notifications for failures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FinOps &amp; 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Designed for AWS Free Tier and limited credits: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Small EC2 footprint</a:t>
            </a:r>
          </a:p>
          <a:p>
            <a:pPr>
              <a:defRPr sz="1800"/>
            </a:pPr>
            <a:r>
              <a:t>• DynamoDB on-demand capacity</a:t>
            </a:r>
          </a:p>
          <a:p>
            <a:pPr>
              <a:defRPr sz="1800"/>
            </a:pPr>
            <a:r>
              <a:t>• Lambda ARM64 128MB</a:t>
            </a:r>
          </a:p>
          <a:p>
            <a:pPr>
              <a:defRPr sz="1800"/>
            </a:pPr>
            <a:r>
              <a:t>• CloudWatch short retention</a:t>
            </a:r>
          </a:p>
          <a:p>
            <a:pPr>
              <a:defRPr sz="1800"/>
            </a:pPr>
            <a:r>
              <a:t>• ECR lifecycle management</a:t>
            </a:r>
          </a:p>
          <a:p>
            <a:pPr>
              <a:defRPr sz="1800"/>
            </a:pPr>
            <a:r>
              <a:t>• Controlled NAT Gateway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Lambda Bonus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Added supplementary serverless component: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Purpose:</a:t>
            </a:r>
          </a:p>
          <a:p>
            <a:pPr>
              <a:defRPr sz="1800"/>
            </a:pPr>
            <a:r>
              <a:t>Demonstrate Lambda deployment, IAM permissions and CloudWatch integration.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Technology:</a:t>
            </a:r>
          </a:p>
          <a:p>
            <a:pPr>
              <a:defRPr sz="1800"/>
            </a:pPr>
            <a:r>
              <a:t>• Python Lambda</a:t>
            </a:r>
          </a:p>
          <a:p>
            <a:pPr>
              <a:defRPr sz="1800"/>
            </a:pPr>
            <a:r>
              <a:t>• Terraform managed</a:t>
            </a:r>
          </a:p>
          <a:p>
            <a:pPr>
              <a:defRPr sz="1800"/>
            </a:pPr>
            <a:r>
              <a:t>• CloudWatch logging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Application Testing:</a:t>
            </a:r>
          </a:p>
          <a:p>
            <a:pPr>
              <a:defRPr sz="1800"/>
            </a:pPr>
            <a:r>
              <a:t>• Flask endpoint tests</a:t>
            </a:r>
          </a:p>
          <a:p>
            <a:pPr>
              <a:defRPr sz="1800"/>
            </a:pPr>
            <a:r>
              <a:t>• Health checks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Infrastructure Testing:</a:t>
            </a:r>
          </a:p>
          <a:p>
            <a:pPr>
              <a:defRPr sz="1800"/>
            </a:pPr>
            <a:r>
              <a:t>• Terratest validates Terraform deployment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Goal:</a:t>
            </a:r>
          </a:p>
          <a:p>
            <a:pPr>
              <a:defRPr sz="1800"/>
            </a:pPr>
            <a:r>
              <a:t>Reduce deployment risk through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Challenge:</a:t>
            </a:r>
          </a:p>
          <a:p>
            <a:pPr>
              <a:defRPr sz="1800"/>
            </a:pPr>
            <a:r>
              <a:t>Connecting application containers securely to AWS services.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Solution:</a:t>
            </a:r>
          </a:p>
          <a:p>
            <a:pPr>
              <a:defRPr sz="1800"/>
            </a:pPr>
            <a:r>
              <a:t>Implemented IAM roles, Secrets Manager and proper environment configuration.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Challenge:</a:t>
            </a:r>
          </a:p>
          <a:p>
            <a:pPr>
              <a:defRPr sz="1800"/>
            </a:pPr>
            <a:r>
              <a:t>Managing cloud cost.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Solution:</a:t>
            </a:r>
          </a:p>
          <a:p>
            <a:pPr>
              <a:defRPr sz="1800"/>
            </a:pPr>
            <a:r>
              <a:t>Designed resources around free-tier constraints.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Live 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Demo Flow: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Open application</a:t>
            </a:r>
          </a:p>
          <a:p>
            <a:pPr>
              <a:defRPr sz="1800"/>
            </a:pPr>
            <a:r>
              <a:t>2. Play movie challenge</a:t>
            </a:r>
          </a:p>
          <a:p>
            <a:pPr>
              <a:defRPr sz="1800"/>
            </a:pPr>
            <a:r>
              <a:t>3. Submit answer</a:t>
            </a:r>
          </a:p>
          <a:p>
            <a:pPr>
              <a:defRPr sz="1800"/>
            </a:pPr>
            <a:r>
              <a:t>4. Show leaderboard</a:t>
            </a:r>
          </a:p>
          <a:p>
            <a:pPr>
              <a:defRPr sz="1800"/>
            </a:pPr>
            <a:r>
              <a:t>5. Display AWS dashboard</a:t>
            </a:r>
          </a:p>
          <a:p>
            <a:pPr>
              <a:defRPr sz="1800"/>
            </a:pPr>
            <a:r>
              <a:t>6. Show logs and alarms</a:t>
            </a:r>
          </a:p>
          <a:p>
            <a:pPr>
              <a:defRPr sz="1800"/>
            </a:pPr>
            <a:r>
              <a:t>7. Explain Terraform repository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Results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Delivered: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Cloud-native application</a:t>
            </a:r>
          </a:p>
          <a:p>
            <a:pPr>
              <a:defRPr sz="1800"/>
            </a:pPr>
            <a:r>
              <a:t>✓ Terraform infrastructure</a:t>
            </a:r>
          </a:p>
          <a:p>
            <a:pPr>
              <a:defRPr sz="1800"/>
            </a:pPr>
            <a:r>
              <a:t>✓ CI/CD automation</a:t>
            </a:r>
          </a:p>
          <a:p>
            <a:pPr>
              <a:defRPr sz="1800"/>
            </a:pPr>
            <a:r>
              <a:t>✓ Monitoring and alerting</a:t>
            </a:r>
          </a:p>
          <a:p>
            <a:pPr>
              <a:defRPr sz="1800"/>
            </a:pPr>
            <a:r>
              <a:t>✓ Security controls</a:t>
            </a:r>
          </a:p>
          <a:p>
            <a:pPr>
              <a:defRPr sz="1800"/>
            </a:pPr>
            <a:r>
              <a:t>✓ Cost optimization strategy</a:t>
            </a:r>
          </a:p>
          <a:p>
            <a:pPr>
              <a:defRPr sz="1800"/>
            </a:pPr>
            <a:r>
              <a:t>✓ Portfolio-ready repository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Production Enhancements: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HTTPS with ACM</a:t>
            </a:r>
          </a:p>
          <a:p>
            <a:pPr>
              <a:defRPr sz="1800"/>
            </a:pPr>
            <a:r>
              <a:t>• Route53 domain</a:t>
            </a:r>
          </a:p>
          <a:p>
            <a:pPr>
              <a:defRPr sz="1800"/>
            </a:pPr>
            <a:r>
              <a:t>• AWS WAF</a:t>
            </a:r>
          </a:p>
          <a:p>
            <a:pPr>
              <a:defRPr sz="1800"/>
            </a:pPr>
            <a:r>
              <a:t>• ECS/Fargate migration</a:t>
            </a:r>
          </a:p>
          <a:p>
            <a:pPr>
              <a:defRPr sz="1800"/>
            </a:pPr>
            <a:r>
              <a:t>• User authentication</a:t>
            </a:r>
          </a:p>
          <a:p>
            <a:pPr>
              <a:defRPr sz="1800"/>
            </a:pPr>
            <a:r>
              <a:t>• Advanced analytics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Thank you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